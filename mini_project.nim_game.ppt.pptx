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AEAC0-37E8-4ED2-9821-49B9116BA47B}" v="6" dt="2025-11-02T10:05:09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khanna" userId="f27371489428166f" providerId="LiveId" clId="{F0420CF9-CB0F-42AE-A447-D486D04EDA4F}"/>
    <pc:docChg chg="custSel addSld delSld modSld">
      <pc:chgData name="Akshay khanna" userId="f27371489428166f" providerId="LiveId" clId="{F0420CF9-CB0F-42AE-A447-D486D04EDA4F}" dt="2025-11-02T10:06:59.704" v="316" actId="2696"/>
      <pc:docMkLst>
        <pc:docMk/>
      </pc:docMkLst>
      <pc:sldChg chg="modSp mod">
        <pc:chgData name="Akshay khanna" userId="f27371489428166f" providerId="LiveId" clId="{F0420CF9-CB0F-42AE-A447-D486D04EDA4F}" dt="2025-11-02T09:59:04.674" v="173" actId="27636"/>
        <pc:sldMkLst>
          <pc:docMk/>
          <pc:sldMk cId="0" sldId="256"/>
        </pc:sldMkLst>
        <pc:spChg chg="mod">
          <ac:chgData name="Akshay khanna" userId="f27371489428166f" providerId="LiveId" clId="{F0420CF9-CB0F-42AE-A447-D486D04EDA4F}" dt="2025-11-02T09:59:04.674" v="173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kshay khanna" userId="f27371489428166f" providerId="LiveId" clId="{F0420CF9-CB0F-42AE-A447-D486D04EDA4F}" dt="2025-11-02T09:59:04.684" v="174" actId="27636"/>
        <pc:sldMkLst>
          <pc:docMk/>
          <pc:sldMk cId="0" sldId="259"/>
        </pc:sldMkLst>
        <pc:spChg chg="mod">
          <ac:chgData name="Akshay khanna" userId="f27371489428166f" providerId="LiveId" clId="{F0420CF9-CB0F-42AE-A447-D486D04EDA4F}" dt="2025-11-02T09:59:04.684" v="174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kshay khanna" userId="f27371489428166f" providerId="LiveId" clId="{F0420CF9-CB0F-42AE-A447-D486D04EDA4F}" dt="2025-11-02T10:05:41.859" v="315" actId="20577"/>
        <pc:sldMkLst>
          <pc:docMk/>
          <pc:sldMk cId="0" sldId="260"/>
        </pc:sldMkLst>
        <pc:spChg chg="mod">
          <ac:chgData name="Akshay khanna" userId="f27371489428166f" providerId="LiveId" clId="{F0420CF9-CB0F-42AE-A447-D486D04EDA4F}" dt="2025-11-02T10:05:41.859" v="315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modSp mod">
        <pc:chgData name="Akshay khanna" userId="f27371489428166f" providerId="LiveId" clId="{F0420CF9-CB0F-42AE-A447-D486D04EDA4F}" dt="2025-11-02T10:00:30.753" v="260" actId="1076"/>
        <pc:sldMkLst>
          <pc:docMk/>
          <pc:sldMk cId="0" sldId="261"/>
        </pc:sldMkLst>
        <pc:spChg chg="mod">
          <ac:chgData name="Akshay khanna" userId="f27371489428166f" providerId="LiveId" clId="{F0420CF9-CB0F-42AE-A447-D486D04EDA4F}" dt="2025-11-02T09:59:46.620" v="253" actId="20577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Akshay khanna" userId="f27371489428166f" providerId="LiveId" clId="{F0420CF9-CB0F-42AE-A447-D486D04EDA4F}" dt="2025-11-02T10:00:30.753" v="260" actId="1076"/>
          <ac:picMkLst>
            <pc:docMk/>
            <pc:sldMk cId="0" sldId="261"/>
            <ac:picMk id="5" creationId="{C8A874E5-7324-EB5A-145A-ED7153C0F542}"/>
          </ac:picMkLst>
        </pc:picChg>
      </pc:sldChg>
      <pc:sldChg chg="modSp mod">
        <pc:chgData name="Akshay khanna" userId="f27371489428166f" providerId="LiveId" clId="{F0420CF9-CB0F-42AE-A447-D486D04EDA4F}" dt="2025-11-02T09:59:04.663" v="172" actId="27636"/>
        <pc:sldMkLst>
          <pc:docMk/>
          <pc:sldMk cId="0" sldId="263"/>
        </pc:sldMkLst>
        <pc:spChg chg="mod">
          <ac:chgData name="Akshay khanna" userId="f27371489428166f" providerId="LiveId" clId="{F0420CF9-CB0F-42AE-A447-D486D04EDA4F}" dt="2025-11-02T09:59:04.663" v="172" actId="27636"/>
          <ac:spMkLst>
            <pc:docMk/>
            <pc:sldMk cId="0" sldId="263"/>
            <ac:spMk id="3" creationId="{00000000-0000-0000-0000-000000000000}"/>
          </ac:spMkLst>
        </pc:spChg>
      </pc:sldChg>
      <pc:sldChg chg="new del">
        <pc:chgData name="Akshay khanna" userId="f27371489428166f" providerId="LiveId" clId="{F0420CF9-CB0F-42AE-A447-D486D04EDA4F}" dt="2025-11-02T10:06:59.704" v="316" actId="2696"/>
        <pc:sldMkLst>
          <pc:docMk/>
          <pc:sldMk cId="393232775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Nim Game using Python (Mini-Max Algorithm)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Akshay </a:t>
            </a:r>
            <a:r>
              <a:rPr dirty="0" err="1"/>
              <a:t>Khanna.J</a:t>
            </a:r>
            <a:endParaRPr dirty="0"/>
          </a:p>
          <a:p>
            <a:r>
              <a:rPr dirty="0"/>
              <a:t>Register No: 2117240030005</a:t>
            </a:r>
          </a:p>
          <a:p>
            <a:r>
              <a:rPr dirty="0"/>
              <a:t>CSE (AIML)-A</a:t>
            </a:r>
          </a:p>
          <a:p>
            <a:r>
              <a:rPr dirty="0"/>
              <a:t>Faculty In-Charge: Mrs. M. Divya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design a Python-based Nim Game that uses the Mini-Max algorithm for optimal decision-making.</a:t>
            </a:r>
          </a:p>
          <a:p>
            <a:r>
              <a:t>• The AI player should predict the best move and ensure victory by applying game theory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Mini-Max algorithm is used in decision-making and game theory.</a:t>
            </a:r>
          </a:p>
          <a:p>
            <a:r>
              <a:t>• It explores all possible game states recursively to choose the optimal move.</a:t>
            </a:r>
          </a:p>
          <a:p>
            <a:r>
              <a:t>• In the Nim Game, it uses XOR (Nim-sum) to determine winning and losing positions.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Represent piles of objects as game states.</a:t>
            </a:r>
          </a:p>
          <a:p>
            <a:r>
              <a:t>2. On each turn, remove one or more objects from a pile.</a:t>
            </a:r>
          </a:p>
          <a:p>
            <a:r>
              <a:t>3. The player forced to take the last object loses.</a:t>
            </a:r>
          </a:p>
          <a:p>
            <a:r>
              <a:t>4. The Mini-Max algorithm evaluates all possible outcomes recursively.</a:t>
            </a:r>
          </a:p>
          <a:p>
            <a:r>
              <a:t>5. The AI selects the move that maximizes its chance to win.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and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display_rules</a:t>
            </a:r>
            <a:r>
              <a:rPr lang="en-US" dirty="0"/>
              <a:t>(): </a:t>
            </a:r>
          </a:p>
          <a:p>
            <a:pPr marL="0" indent="0">
              <a:buNone/>
            </a:pPr>
            <a:r>
              <a:rPr lang="en-US" dirty="0"/>
              <a:t>   print("\n===== NIM GAME RULES =====")</a:t>
            </a:r>
          </a:p>
          <a:p>
            <a:pPr marL="0" indent="0">
              <a:buNone/>
            </a:pPr>
            <a:r>
              <a:rPr lang="en-US" dirty="0"/>
              <a:t>    print("1. There are multiple piles of stones.")</a:t>
            </a:r>
          </a:p>
          <a:p>
            <a:pPr marL="0" indent="0">
              <a:buNone/>
            </a:pPr>
            <a:r>
              <a:rPr lang="en-US" dirty="0"/>
              <a:t>    print("2. Each player can choose any one pile in their turn.")</a:t>
            </a:r>
          </a:p>
          <a:p>
            <a:pPr marL="0" indent="0">
              <a:buNone/>
            </a:pPr>
            <a:r>
              <a:rPr lang="en-US" dirty="0"/>
              <a:t>    print("3. From that pile, they can remove one or more stones.") </a:t>
            </a:r>
          </a:p>
          <a:p>
            <a:pPr marL="0" indent="0">
              <a:buNone/>
            </a:pPr>
            <a:r>
              <a:rPr lang="en-US" dirty="0"/>
              <a:t>   print("4. The player forced to take the last stone loses the game.\n")    print("===========================\n")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display_piles</a:t>
            </a:r>
            <a:r>
              <a:rPr lang="en-US" dirty="0"/>
              <a:t>(piles): </a:t>
            </a:r>
          </a:p>
          <a:p>
            <a:pPr marL="0" indent="0">
              <a:buNone/>
            </a:pPr>
            <a:r>
              <a:rPr lang="en-US" dirty="0"/>
              <a:t>   print("Current piles status:") </a:t>
            </a:r>
          </a:p>
          <a:p>
            <a:pPr marL="0" indent="0">
              <a:buNone/>
            </a:pPr>
            <a:r>
              <a:rPr lang="en-US" dirty="0"/>
              <a:t>   for </a:t>
            </a:r>
            <a:r>
              <a:rPr lang="en-US" dirty="0" err="1"/>
              <a:t>i</a:t>
            </a:r>
            <a:r>
              <a:rPr lang="en-US" dirty="0"/>
              <a:t>, pile in enumerate(piles, 1): </a:t>
            </a:r>
          </a:p>
          <a:p>
            <a:pPr marL="0" indent="0">
              <a:buNone/>
            </a:pPr>
            <a:r>
              <a:rPr lang="en-US" dirty="0"/>
              <a:t>      print(</a:t>
            </a:r>
            <a:r>
              <a:rPr lang="en-US" dirty="0" err="1"/>
              <a:t>f"Pile</a:t>
            </a:r>
            <a:r>
              <a:rPr lang="en-US" dirty="0"/>
              <a:t> {</a:t>
            </a:r>
            <a:r>
              <a:rPr lang="en-US" dirty="0" err="1"/>
              <a:t>i</a:t>
            </a:r>
            <a:r>
              <a:rPr lang="en-US" dirty="0"/>
              <a:t>}: {'●' * pile} ({pile} stones)")</a:t>
            </a:r>
          </a:p>
          <a:p>
            <a:pPr marL="0" indent="0">
              <a:buNone/>
            </a:pPr>
            <a:r>
              <a:rPr lang="en-US" dirty="0"/>
              <a:t>    print()def </a:t>
            </a:r>
            <a:r>
              <a:rPr lang="en-US" dirty="0" err="1"/>
              <a:t>nim_game</a:t>
            </a:r>
            <a:r>
              <a:rPr lang="en-US" dirty="0"/>
              <a:t>(): </a:t>
            </a:r>
          </a:p>
          <a:p>
            <a:pPr marL="0" indent="0">
              <a:buNone/>
            </a:pPr>
            <a:r>
              <a:rPr lang="en-US" dirty="0"/>
              <a:t>   print("Welcome to the Nim Game!")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display_rules</a:t>
            </a:r>
            <a:r>
              <a:rPr lang="en-US" dirty="0"/>
              <a:t>()   </a:t>
            </a:r>
          </a:p>
          <a:p>
            <a:pPr marL="0" indent="0">
              <a:buNone/>
            </a:pPr>
            <a:r>
              <a:rPr lang="en-US" dirty="0"/>
              <a:t> piles = [3, 4, 5]</a:t>
            </a:r>
          </a:p>
          <a:p>
            <a:pPr marL="0" indent="0">
              <a:buNone/>
            </a:pPr>
            <a:r>
              <a:rPr lang="en-US" dirty="0"/>
              <a:t>    player = 1</a:t>
            </a:r>
          </a:p>
          <a:p>
            <a:pPr marL="0" indent="0">
              <a:buNone/>
            </a:pPr>
            <a:r>
              <a:rPr lang="en-US" dirty="0"/>
              <a:t>    while any(piles): 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display_piles</a:t>
            </a:r>
            <a:r>
              <a:rPr lang="en-US" dirty="0"/>
              <a:t>(piles) </a:t>
            </a:r>
          </a:p>
          <a:p>
            <a:pPr marL="0" indent="0">
              <a:buNone/>
            </a:pPr>
            <a:r>
              <a:rPr lang="en-US" dirty="0"/>
              <a:t>       print(f"--&gt; Player {player}'s turn &lt;--")      </a:t>
            </a:r>
          </a:p>
          <a:p>
            <a:pPr marL="0" indent="0">
              <a:buNone/>
            </a:pPr>
            <a:r>
              <a:rPr lang="en-US" dirty="0"/>
              <a:t>  try:          </a:t>
            </a:r>
          </a:p>
          <a:p>
            <a:pPr marL="0" indent="0">
              <a:buNone/>
            </a:pPr>
            <a:r>
              <a:rPr lang="en-US" dirty="0"/>
              <a:t>  pile = int(input("Choose a pile number (1-3): ")) – 1</a:t>
            </a:r>
          </a:p>
          <a:p>
            <a:pPr marL="0" indent="0">
              <a:buNone/>
            </a:pPr>
            <a:r>
              <a:rPr lang="en-US" dirty="0"/>
              <a:t>            remove = int(input("Enter how many stones to remove: "))</a:t>
            </a:r>
          </a:p>
          <a:p>
            <a:pPr marL="0" indent="0">
              <a:buNone/>
            </a:pPr>
            <a:r>
              <a:rPr lang="en-US" dirty="0"/>
              <a:t>        except </a:t>
            </a:r>
            <a:r>
              <a:rPr lang="en-US" dirty="0" err="1"/>
              <a:t>ValueError</a:t>
            </a:r>
            <a:r>
              <a:rPr lang="en-US" dirty="0"/>
              <a:t>:   </a:t>
            </a:r>
          </a:p>
          <a:p>
            <a:pPr marL="0" indent="0">
              <a:buNone/>
            </a:pPr>
            <a:r>
              <a:rPr lang="en-US" dirty="0"/>
              <a:t>         print("⚠ Invalid input! Please enter numbers only.\n")  </a:t>
            </a:r>
          </a:p>
          <a:p>
            <a:pPr marL="0" indent="0">
              <a:buNone/>
            </a:pPr>
            <a:r>
              <a:rPr lang="en-US" dirty="0"/>
              <a:t>          continue        if pile &lt; 0 or pile &gt;= </a:t>
            </a:r>
            <a:r>
              <a:rPr lang="en-US" dirty="0" err="1"/>
              <a:t>len</a:t>
            </a:r>
            <a:r>
              <a:rPr lang="en-US" dirty="0"/>
              <a:t>(piles):   </a:t>
            </a:r>
          </a:p>
          <a:p>
            <a:pPr marL="0" indent="0">
              <a:buNone/>
            </a:pPr>
            <a:r>
              <a:rPr lang="en-US" dirty="0"/>
              <a:t>         print("⚠ Invalid pile number! Choose again.\n")    </a:t>
            </a:r>
          </a:p>
          <a:p>
            <a:pPr marL="0" indent="0">
              <a:buNone/>
            </a:pPr>
            <a:r>
              <a:rPr lang="en-US" dirty="0"/>
              <a:t>           continue      </a:t>
            </a:r>
          </a:p>
          <a:p>
            <a:pPr marL="0" indent="0">
              <a:buNone/>
            </a:pPr>
            <a:r>
              <a:rPr lang="en-US" dirty="0"/>
              <a:t>  if remove &lt;= 0 or remove &gt; piles[pile]: </a:t>
            </a:r>
          </a:p>
          <a:p>
            <a:pPr marL="0" indent="0">
              <a:buNone/>
            </a:pPr>
            <a:r>
              <a:rPr lang="en-US" dirty="0"/>
              <a:t>           print("⚠ Invalid number of stones to remove! Try again.\n")</a:t>
            </a:r>
          </a:p>
          <a:p>
            <a:pPr marL="0" indent="0">
              <a:buNone/>
            </a:pPr>
            <a:r>
              <a:rPr lang="en-US" dirty="0"/>
              <a:t>            continue </a:t>
            </a:r>
          </a:p>
          <a:p>
            <a:pPr marL="0" indent="0">
              <a:buNone/>
            </a:pPr>
            <a:r>
              <a:rPr lang="en-US" dirty="0"/>
              <a:t>       piles[pile] -= remove</a:t>
            </a:r>
          </a:p>
          <a:p>
            <a:pPr marL="0" indent="0">
              <a:buNone/>
            </a:pPr>
            <a:r>
              <a:rPr lang="en-US" dirty="0"/>
              <a:t>        print(</a:t>
            </a:r>
            <a:r>
              <a:rPr lang="en-US" dirty="0" err="1"/>
              <a:t>f"Player</a:t>
            </a:r>
            <a:r>
              <a:rPr lang="en-US" dirty="0"/>
              <a:t> {player} removed {remove} stone(s) from Pile {pile + 1}.\n" ) </a:t>
            </a:r>
          </a:p>
          <a:p>
            <a:pPr marL="0" indent="0">
              <a:buNone/>
            </a:pPr>
            <a:r>
              <a:rPr lang="en-US" dirty="0"/>
              <a:t>   if not any(piles): </a:t>
            </a:r>
          </a:p>
          <a:p>
            <a:pPr marL="0" indent="0">
              <a:buNone/>
            </a:pPr>
            <a:r>
              <a:rPr lang="en-US" dirty="0"/>
              <a:t>           print(f"🎉 Player {player} wins the game! 🎉")   </a:t>
            </a:r>
          </a:p>
          <a:p>
            <a:pPr marL="0" indent="0">
              <a:buNone/>
            </a:pPr>
            <a:r>
              <a:rPr lang="en-US" dirty="0"/>
              <a:t>         break  </a:t>
            </a:r>
          </a:p>
          <a:p>
            <a:pPr marL="0" indent="0">
              <a:buNone/>
            </a:pPr>
            <a:r>
              <a:rPr lang="en-US" dirty="0"/>
              <a:t>      player = 2 if player == 1 else 1  # switch turns </a:t>
            </a:r>
          </a:p>
          <a:p>
            <a:pPr marL="0" indent="0">
              <a:buNone/>
            </a:pPr>
            <a:r>
              <a:rPr lang="en-US" dirty="0"/>
              <a:t>   print("\</a:t>
            </a:r>
            <a:r>
              <a:rPr lang="en-US" dirty="0" err="1"/>
              <a:t>nGame</a:t>
            </a:r>
            <a:r>
              <a:rPr lang="en-US" dirty="0"/>
              <a:t> Over. Thanks for playing!")# Run the game</a:t>
            </a:r>
          </a:p>
          <a:p>
            <a:pPr marL="0" indent="0">
              <a:buNone/>
            </a:pPr>
            <a:r>
              <a:rPr lang="en-US" dirty="0" err="1"/>
              <a:t>nim_game</a:t>
            </a:r>
            <a:r>
              <a:rPr lang="en-US" dirty="0"/>
              <a:t>()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Sample Output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A874E5-7324-EB5A-145A-ED7153C0F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2132106"/>
            <a:ext cx="9144000" cy="4451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a graphical user interface (GUI) for better interaction.</a:t>
            </a:r>
          </a:p>
          <a:p>
            <a:r>
              <a:t>• Extend the game to multiplayer mode.</a:t>
            </a:r>
          </a:p>
          <a:p>
            <a:r>
              <a:t>• Apply alpha-beta pruning for faster decision-making.</a:t>
            </a:r>
          </a:p>
          <a:p>
            <a:r>
              <a:t>• Integrate online gameplay using sockets.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Stuart Russell &amp; Peter Norvig, Artificial Intelligence: A Modern Approach</a:t>
            </a:r>
          </a:p>
          <a:p>
            <a:r>
              <a:t>2. John von Neumann &amp; Oskar Morgenstern, Game Theory</a:t>
            </a:r>
          </a:p>
          <a:p>
            <a:r>
              <a:t>3. Python Documentation – https://docs.python.org</a:t>
            </a:r>
          </a:p>
          <a:p>
            <a:r>
              <a:t>4. GeeksforGeeks – Minimax Algorithm</a:t>
            </a:r>
          </a:p>
          <a:p>
            <a:r>
              <a:t>5. Medium Blog – Understanding Nim Game and XOR logic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667</Words>
  <Application>Microsoft Office PowerPoint</Application>
  <PresentationFormat>On-screen Show (4:3)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Nim Game using Python (Mini-Max Algorithm)</vt:lpstr>
      <vt:lpstr>Problem Statement</vt:lpstr>
      <vt:lpstr>Theoretical Background</vt:lpstr>
      <vt:lpstr>Algorithm Explanation</vt:lpstr>
      <vt:lpstr>Implementation and Code</vt:lpstr>
      <vt:lpstr>Output and Results</vt:lpstr>
      <vt:lpstr>Future Enhancement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Akshay khanna</cp:lastModifiedBy>
  <cp:revision>1</cp:revision>
  <dcterms:created xsi:type="dcterms:W3CDTF">2013-01-27T09:14:16Z</dcterms:created>
  <dcterms:modified xsi:type="dcterms:W3CDTF">2025-11-02T10:07:10Z</dcterms:modified>
  <cp:category/>
</cp:coreProperties>
</file>